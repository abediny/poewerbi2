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KPI Cards (Sales, Orders, AOV, YoY)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Sales Trend Line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4592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Category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Map (Sales by City)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5720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Insights 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Customers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Products Bar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Category Trend Area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Price vs Quantity Scatter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Trends &amp;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Time Intelligence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Sales Trend +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Anomaly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