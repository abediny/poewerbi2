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71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9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EB20-7304-025E-DF26-6F85DFAF6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2B2A0-0BBA-164E-D92A-848C8B9AA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6E18F-5668-20DA-1CB5-E3683C8C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212FC-A18D-B1D7-B29C-4B501C7D3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50F50-B262-823F-ED11-F5D42D29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01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7D03-1AAD-35AD-2E42-A6EACF2A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F541-0E79-FF0B-2767-097635259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345C9-8DAE-C38E-7B73-73A79677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3FC0D-37A6-ACFF-C7C4-756C05EE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D15F1-14A1-6675-F8FE-1FE54C51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53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288D-5B34-296A-BB81-F8A255E0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EF931-6879-A80A-F9FD-FA14320D0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AD4B5-36DB-D4BA-0CC6-452876FF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59E5-25EE-2263-3E22-482BDB27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3F922-BBB7-720E-B8B7-E450DEA6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73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BBAD-6325-5687-D1DF-727E135D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3E41-5B6D-3171-D6AA-4BF228885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4F2F8-7E11-E5CE-6474-17BEE1F33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6BEC6-B9D1-7D05-5D5C-C084F1BE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AFB0A-C9A5-09AF-3AA5-360F1303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04988-5A5A-ED71-359E-19BD8D2B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70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B8E3-59DE-7418-5235-4607AF5B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8D8A8-B2D2-C56E-0370-A87EC03AA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1B884-D331-84BC-BBAD-ECAFE3F7E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C988E-883E-5A09-A2A7-973CF6FBD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4BB41-97C4-027C-0F28-6D1D3056A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7982F-7601-E062-5F81-9147287C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FEA63-151F-45AB-C9EF-4F5DB256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9E526-3161-671D-EC28-F0A8FED1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18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8A08-8365-CA6C-857A-45299879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8A211-4689-D005-50E5-C6593A93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98CA0-294F-4FBD-FBBC-E7973AE97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1BCD2-6E29-6DF2-8688-E2D9091B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27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C2B0AD-2424-A850-7EEE-726EEE0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088BE-D851-E599-5331-5D53241B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7BC1A-E799-B5E2-2C4A-CBD96161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82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F05C-ECF4-3501-7BF8-F4F03ECD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26CC7-0DC3-9B78-B593-1FD7E82D1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68057-9922-D6F1-C08D-D032407D9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D6B03-6873-2423-D192-6270820D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F0A24-6E8A-43A9-06CB-6B29D6A6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2B7F7-C166-5E3B-DCA9-455EDA31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114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C61B-668F-7FFD-A19C-A073CF48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89895-3CF3-3521-39BA-95990C712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59870-3255-3B23-16E5-E9A9FC3BF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E7EC4-857B-65E9-3012-DF23133E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DF555-D763-84CA-AAF2-9BBFC655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78242-45C6-80E8-9858-99688579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83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45CC-6355-6DFC-F0E6-DC3D0123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DFEF-558E-5E65-B150-4FB25EF68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12497-32CB-8406-FC21-9B535AF4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86DD5-70A6-F9B7-DF7D-C6A1079A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CB401-6685-F805-DCCA-34DFDA9F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44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2E120-6916-B39D-95B7-C3977AA85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24D5A-EF93-BF96-9675-FF312FE40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205FC-39E4-2D02-5562-F9E25564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6B018-9688-6E54-F39A-EF0A03DF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E8F13-46AC-7DB4-B960-50A6EA93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67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48A50-D190-4AC2-DA9F-78D71567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F2F07-356C-9623-75BE-A72E2A1C2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D78E5-ADFB-5280-E17A-7DA30FF00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49B13-F871-442C-B7F5-19D8A2C9C3C7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F7A42-9CD1-B0D5-E73C-983EB21A7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40E7-6B60-292B-23A1-BCE7D7901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FEB1F-E216-402C-92C7-888196CF3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40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21848B-7721-D01C-F2C5-03AA9778F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199"/>
            <a:ext cx="12192000" cy="533400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A0179A-5D26-2FB0-A216-4E3BFBA21BFA}"/>
              </a:ext>
            </a:extLst>
          </p:cNvPr>
          <p:cNvCxnSpPr>
            <a:cxnSpLocks/>
          </p:cNvCxnSpPr>
          <p:nvPr/>
        </p:nvCxnSpPr>
        <p:spPr>
          <a:xfrm flipV="1">
            <a:off x="8503920" y="3265714"/>
            <a:ext cx="2305594" cy="2240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5A0FB0-BA20-B57C-261B-33A199DAA56E}"/>
              </a:ext>
            </a:extLst>
          </p:cNvPr>
          <p:cNvCxnSpPr>
            <a:cxnSpLocks/>
          </p:cNvCxnSpPr>
          <p:nvPr/>
        </p:nvCxnSpPr>
        <p:spPr>
          <a:xfrm flipV="1">
            <a:off x="3621677" y="3572691"/>
            <a:ext cx="7187837" cy="1933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96ABF2-9438-9F6F-8CF6-9A05BB0879B7}"/>
              </a:ext>
            </a:extLst>
          </p:cNvPr>
          <p:cNvCxnSpPr>
            <a:cxnSpLocks/>
          </p:cNvCxnSpPr>
          <p:nvPr/>
        </p:nvCxnSpPr>
        <p:spPr>
          <a:xfrm flipV="1">
            <a:off x="5924006" y="2063931"/>
            <a:ext cx="4885508" cy="3442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8541FC-FF2F-31AF-1681-F38C128AB9B1}"/>
              </a:ext>
            </a:extLst>
          </p:cNvPr>
          <p:cNvCxnSpPr>
            <a:cxnSpLocks/>
          </p:cNvCxnSpPr>
          <p:nvPr/>
        </p:nvCxnSpPr>
        <p:spPr>
          <a:xfrm flipV="1">
            <a:off x="8458200" y="2538216"/>
            <a:ext cx="2351314" cy="739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E81B7B-6EA6-870B-7B4A-DE5C3C93337E}"/>
              </a:ext>
            </a:extLst>
          </p:cNvPr>
          <p:cNvCxnSpPr>
            <a:cxnSpLocks/>
          </p:cNvCxnSpPr>
          <p:nvPr/>
        </p:nvCxnSpPr>
        <p:spPr>
          <a:xfrm>
            <a:off x="8503920" y="1629591"/>
            <a:ext cx="2305594" cy="1100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8EAB41A-B3A6-72D8-E482-5136B1D987B2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3621677" y="3285309"/>
            <a:ext cx="7057210" cy="1156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54E637-4829-160A-DD18-073B33F7CB5D}"/>
              </a:ext>
            </a:extLst>
          </p:cNvPr>
          <p:cNvCxnSpPr>
            <a:cxnSpLocks/>
          </p:cNvCxnSpPr>
          <p:nvPr/>
        </p:nvCxnSpPr>
        <p:spPr>
          <a:xfrm>
            <a:off x="3507377" y="1515291"/>
            <a:ext cx="7302137" cy="3317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4" name="Left Brace 53">
            <a:extLst>
              <a:ext uri="{FF2B5EF4-FFF2-40B4-BE49-F238E27FC236}">
                <a16:creationId xmlns:a16="http://schemas.microsoft.com/office/drawing/2014/main" id="{511F4DBB-0CD9-DD3C-F59E-D31F7D013C8B}"/>
              </a:ext>
            </a:extLst>
          </p:cNvPr>
          <p:cNvSpPr/>
          <p:nvPr/>
        </p:nvSpPr>
        <p:spPr>
          <a:xfrm>
            <a:off x="10678887" y="4225834"/>
            <a:ext cx="45719" cy="431075"/>
          </a:xfrm>
          <a:prstGeom prst="lef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042F0D7-934B-7E08-4F24-94E5825B951E}"/>
              </a:ext>
            </a:extLst>
          </p:cNvPr>
          <p:cNvCxnSpPr>
            <a:cxnSpLocks/>
          </p:cNvCxnSpPr>
          <p:nvPr/>
        </p:nvCxnSpPr>
        <p:spPr>
          <a:xfrm>
            <a:off x="1789611" y="1528354"/>
            <a:ext cx="9019903" cy="2697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D05C24F-F864-B6EA-4547-C30D987D9346}"/>
              </a:ext>
            </a:extLst>
          </p:cNvPr>
          <p:cNvSpPr/>
          <p:nvPr/>
        </p:nvSpPr>
        <p:spPr>
          <a:xfrm>
            <a:off x="10718074" y="3058220"/>
            <a:ext cx="1469572" cy="292403"/>
          </a:xfrm>
          <a:prstGeom prst="round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65D282D-D9C1-3CD2-E1F8-54766ED622E1}"/>
              </a:ext>
            </a:extLst>
          </p:cNvPr>
          <p:cNvSpPr/>
          <p:nvPr/>
        </p:nvSpPr>
        <p:spPr>
          <a:xfrm>
            <a:off x="10718074" y="3383280"/>
            <a:ext cx="1469572" cy="292403"/>
          </a:xfrm>
          <a:prstGeom prst="round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72BE5D8-EC7A-B980-84A9-10C00AD9CD46}"/>
              </a:ext>
            </a:extLst>
          </p:cNvPr>
          <p:cNvSpPr/>
          <p:nvPr/>
        </p:nvSpPr>
        <p:spPr>
          <a:xfrm>
            <a:off x="10701746" y="2379707"/>
            <a:ext cx="1469572" cy="292403"/>
          </a:xfrm>
          <a:prstGeom prst="round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0A3CF39-5EA7-E83F-D822-C1921063E884}"/>
              </a:ext>
            </a:extLst>
          </p:cNvPr>
          <p:cNvSpPr/>
          <p:nvPr/>
        </p:nvSpPr>
        <p:spPr>
          <a:xfrm>
            <a:off x="10701746" y="1851583"/>
            <a:ext cx="1469572" cy="292403"/>
          </a:xfrm>
          <a:prstGeom prst="round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03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5CCEC4C2AD842B724E3F0434E53F4" ma:contentTypeVersion="19" ma:contentTypeDescription="Create a new document." ma:contentTypeScope="" ma:versionID="758bd50ad6cdbf8d32f127c43571faba">
  <xsd:schema xmlns:xsd="http://www.w3.org/2001/XMLSchema" xmlns:xs="http://www.w3.org/2001/XMLSchema" xmlns:p="http://schemas.microsoft.com/office/2006/metadata/properties" xmlns:ns2="fcc6d696-6f1e-4a18-89dc-4edef77d94db" xmlns:ns3="f3ecf798-d0e3-4328-a183-318139dd22ab" targetNamespace="http://schemas.microsoft.com/office/2006/metadata/properties" ma:root="true" ma:fieldsID="81ae95113785764a642052a39fd49e63" ns2:_="" ns3:_="">
    <xsd:import namespace="fcc6d696-6f1e-4a18-89dc-4edef77d94db"/>
    <xsd:import namespace="f3ecf798-d0e3-4328-a183-318139dd22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d696-6f1e-4a18-89dc-4edef77d94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ecf798-d0e3-4328-a183-318139dd22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471af91-47d8-493b-8c6b-048beb370fe4}" ma:internalName="TaxCatchAll" ma:showField="CatchAllData" ma:web="f3ecf798-d0e3-4328-a183-318139dd22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3ecf798-d0e3-4328-a183-318139dd22ab" xsi:nil="true"/>
    <lcf76f155ced4ddcb4097134ff3c332f xmlns="fcc6d696-6f1e-4a18-89dc-4edef77d94d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E6AB5AB-0A68-40D6-A291-2F3A2D311C2D}"/>
</file>

<file path=customXml/itemProps2.xml><?xml version="1.0" encoding="utf-8"?>
<ds:datastoreItem xmlns:ds="http://schemas.openxmlformats.org/officeDocument/2006/customXml" ds:itemID="{1A940764-88DE-4AD3-93A9-54B68EAFE3FA}"/>
</file>

<file path=customXml/itemProps3.xml><?xml version="1.0" encoding="utf-8"?>
<ds:datastoreItem xmlns:ds="http://schemas.openxmlformats.org/officeDocument/2006/customXml" ds:itemID="{575CECC2-4653-4F7E-982E-DBE1B0B5CD01}"/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Abedini</dc:creator>
  <cp:lastModifiedBy>Adam Abedini</cp:lastModifiedBy>
  <cp:revision>1</cp:revision>
  <dcterms:created xsi:type="dcterms:W3CDTF">2025-11-30T01:10:05Z</dcterms:created>
  <dcterms:modified xsi:type="dcterms:W3CDTF">2025-12-01T01:09:10Z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0x0101004D25CCEC4C2AD842B724E3F0434E53F4</vt:lpwstr>
  </property>
</Properties>
</file>